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media/image2.svg" ContentType="image/svg"/>
  <Override PartName="/ppt/media/image1.png" ContentType="image/png"/>
  <Override PartName="/ppt/media/image5.png" ContentType="image/png"/>
  <Override PartName="/ppt/media/image3.png" ContentType="image/png"/>
  <Override PartName="/ppt/media/image4.svg" ContentType="image/svg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78560" cy="56685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0560" cy="129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0560" cy="275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504000" y="516492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47360" y="516492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227360" y="516492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80CD30-E1FE-45A9-8AEC-CAF39362211E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78560" cy="56685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0560" cy="129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0560" cy="275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504000" y="516492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47360" y="516492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227360" y="516492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79403D-78C5-48A6-83ED-B74410BBD36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78560" cy="56685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356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F6FB41-B7CA-4D59-AE19-DFBFC917480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398520"/>
            <a:ext cx="907056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Comic Sans MS"/>
              </a:rPr>
              <a:t>Ch.8</a:t>
            </a:r>
            <a:br>
              <a:rPr sz="4400"/>
            </a:b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Comic Sans MS"/>
              </a:rPr>
              <a:t>    PLANNING AND FORMULATING INFORMATION SYSTEMS STRATEGY  </a:t>
            </a:r>
            <a:br>
              <a:rPr sz="4400"/>
            </a:br>
            <a:br>
              <a:rPr sz="4400"/>
            </a:b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1631520" y="3381480"/>
            <a:ext cx="4432680" cy="20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By: Mohammed Ahmed Mohammed Shaheen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3920"/>
            <a:ext cx="9070560" cy="94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INTRODUCTION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172520"/>
            <a:ext cx="9070560" cy="347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IS is reconceptualised as a predominantly human-centred domain, but one which relies for support on the effective use of technology.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The outcome is a new framework for ISSM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09880"/>
            <a:ext cx="9070560" cy="9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INFORMATION SYSTEMS AS A DOMAIN 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172520"/>
            <a:ext cx="9070560" cy="171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 txBox="1"/>
          <p:nvPr/>
        </p:nvSpPr>
        <p:spPr>
          <a:xfrm>
            <a:off x="504000" y="1172880"/>
            <a:ext cx="9070560" cy="564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Information systems (IS)  domain : the demand from business organisations has traditionally been for ‘systems’ which show an objective return in terms of cost, efficiency and/or effectiveness, with systems developers being driven to provide low-cost solutions to perceived business problems.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The management of IS under this model is governed by a need to design, develop and manage technological solutions to identified problems.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09880"/>
            <a:ext cx="9070560" cy="9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INFORMATION SYSTEMS AS A DOMAIN 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172520"/>
            <a:ext cx="9070560" cy="171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8"/>
          <p:cNvSpPr txBox="1"/>
          <p:nvPr/>
        </p:nvSpPr>
        <p:spPr>
          <a:xfrm>
            <a:off x="504000" y="1172880"/>
            <a:ext cx="9070560" cy="564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The old way of building computer systems as just a tech problem ("hard" method) often failed.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The better way involves the people ("soft" method), getting them to agree and be creative.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The best approach is a mix of both.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09880"/>
            <a:ext cx="9070560" cy="9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CORPORATE STRATEGY: PLANS OR</a:t>
            </a:r>
            <a:br>
              <a:rPr sz="3200"/>
            </a:b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PATTERNS 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172520"/>
            <a:ext cx="9070560" cy="564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Strategy doesn't have to be a fixed, written "Plan." Often, the real strategy is a successful "Pattern" of actions that naturally develops over time.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Because technology changes so fast, a mix of planning and flexibility is needed to fit how your company actually works.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4280"/>
            <a:ext cx="9070560" cy="94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STRATEGIC ALIGNMENT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8320" y="1153080"/>
            <a:ext cx="9854640" cy="429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It's wrong to just make the IT (the technology) follow the main business plan.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The right way is to constantly make sure the business goals and the computer systems (IS) are aligned, based on what information the people in the company actually need.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4280"/>
            <a:ext cx="9070560" cy="94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Competitive Advantage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172520"/>
            <a:ext cx="9070560" cy="223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It is not an advantage just by having the newest technology.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It is an advantage by how well your people use the information and systems.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If two companies have the same computers, the one that manages its people and information better is the one that wins.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2"/>
          <p:cNvSpPr/>
          <p:nvPr/>
        </p:nvSpPr>
        <p:spPr>
          <a:xfrm>
            <a:off x="504000" y="453960"/>
            <a:ext cx="907056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 New Approach to IS Strategy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13"/>
          <p:cNvSpPr/>
          <p:nvPr/>
        </p:nvSpPr>
        <p:spPr>
          <a:xfrm>
            <a:off x="262440" y="1239480"/>
            <a:ext cx="9312120" cy="22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new way to plan computer strategy (ISSM) must put the people involved (participants) at the very center of the whole process (Figure 8.1).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strategy must be driven by what people need, not by technology or fixed plans, because how people use information is what creates lasting success.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2855160" y="1171800"/>
            <a:ext cx="4416840" cy="420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4"/>
          <p:cNvSpPr/>
          <p:nvPr/>
        </p:nvSpPr>
        <p:spPr>
          <a:xfrm>
            <a:off x="504000" y="454320"/>
            <a:ext cx="907056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 New Approach to IS Strategy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847600" y="1748160"/>
            <a:ext cx="4566600" cy="20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60" strike="noStrike" u="none">
                <a:solidFill>
                  <a:srgbClr val="000000"/>
                </a:solidFill>
                <a:effectLst/>
                <a:uFillTx/>
                <a:latin typeface="Blackadder ITC"/>
              </a:rPr>
              <a:t>Than you</a:t>
            </a:r>
            <a:endParaRPr b="0" lang="en-US" sz="10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2025-12-07T21:44:19Z</dcterms:created>
  <dc:creator/>
  <dc:description>This work is licensed under a Creative Commons Attribution-ShareAlike 3.0 Unported License.
It makes use of the works of Mateus Machado Luna.
SVG pictures were made by Rizmut.</dc:description>
  <dc:language>en-US</dc:language>
  <cp:lastModifiedBy/>
  <dcterms:modified xsi:type="dcterms:W3CDTF">2025-12-09T07:26:07Z</dcterms:modified>
  <cp:revision>22</cp:revision>
  <dc:subject/>
  <dc:title>Blueprint Plans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